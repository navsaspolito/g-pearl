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974C"/>
    <a:srgbClr val="606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19346-FB7A-495D-AB1A-96D821217BB5}" v="16" dt="2026-03-04T16:19:36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2112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 Minetto" userId="25a782a3-a402-47c8-9be9-069bc81035ef" providerId="ADAL" clId="{2E28F087-CEAE-41D7-AAAB-CE3AE7E45361}"/>
    <pc:docChg chg="undo custSel addSld delSld modSld">
      <pc:chgData name="Alex  Minetto" userId="25a782a3-a402-47c8-9be9-069bc81035ef" providerId="ADAL" clId="{2E28F087-CEAE-41D7-AAAB-CE3AE7E45361}" dt="2026-03-04T16:22:52.085" v="424" actId="47"/>
      <pc:docMkLst>
        <pc:docMk/>
      </pc:docMkLst>
      <pc:sldChg chg="del">
        <pc:chgData name="Alex  Minetto" userId="25a782a3-a402-47c8-9be9-069bc81035ef" providerId="ADAL" clId="{2E28F087-CEAE-41D7-AAAB-CE3AE7E45361}" dt="2026-03-04T16:22:29.468" v="415" actId="47"/>
        <pc:sldMkLst>
          <pc:docMk/>
          <pc:sldMk cId="2884893491" sldId="256"/>
        </pc:sldMkLst>
      </pc:sldChg>
      <pc:sldChg chg="del">
        <pc:chgData name="Alex  Minetto" userId="25a782a3-a402-47c8-9be9-069bc81035ef" providerId="ADAL" clId="{2E28F087-CEAE-41D7-AAAB-CE3AE7E45361}" dt="2026-03-04T16:22:30.909" v="417" actId="47"/>
        <pc:sldMkLst>
          <pc:docMk/>
          <pc:sldMk cId="2787708962" sldId="257"/>
        </pc:sldMkLst>
      </pc:sldChg>
      <pc:sldChg chg="addSp modSp mod">
        <pc:chgData name="Alex  Minetto" userId="25a782a3-a402-47c8-9be9-069bc81035ef" providerId="ADAL" clId="{2E28F087-CEAE-41D7-AAAB-CE3AE7E45361}" dt="2026-03-04T16:19:36.922" v="414" actId="164"/>
        <pc:sldMkLst>
          <pc:docMk/>
          <pc:sldMk cId="2803182561" sldId="258"/>
        </pc:sldMkLst>
        <pc:spChg chg="add mod">
          <ac:chgData name="Alex  Minetto" userId="25a782a3-a402-47c8-9be9-069bc81035ef" providerId="ADAL" clId="{2E28F087-CEAE-41D7-AAAB-CE3AE7E45361}" dt="2026-03-04T16:16:51.018" v="378" actId="1076"/>
          <ac:spMkLst>
            <pc:docMk/>
            <pc:sldMk cId="2803182561" sldId="258"/>
            <ac:spMk id="6" creationId="{DAF96060-AC6C-7E2F-9328-AB01328131E6}"/>
          </ac:spMkLst>
        </pc:spChg>
        <pc:spChg chg="add mod">
          <ac:chgData name="Alex  Minetto" userId="25a782a3-a402-47c8-9be9-069bc81035ef" providerId="ADAL" clId="{2E28F087-CEAE-41D7-AAAB-CE3AE7E45361}" dt="2026-03-04T16:16:51.018" v="378" actId="1076"/>
          <ac:spMkLst>
            <pc:docMk/>
            <pc:sldMk cId="2803182561" sldId="258"/>
            <ac:spMk id="7" creationId="{5DA5B0F0-91DC-E1F8-B630-1DA446D43A8A}"/>
          </ac:spMkLst>
        </pc:spChg>
        <pc:spChg chg="add mod">
          <ac:chgData name="Alex  Minetto" userId="25a782a3-a402-47c8-9be9-069bc81035ef" providerId="ADAL" clId="{2E28F087-CEAE-41D7-AAAB-CE3AE7E45361}" dt="2026-03-04T16:16:51.018" v="378" actId="1076"/>
          <ac:spMkLst>
            <pc:docMk/>
            <pc:sldMk cId="2803182561" sldId="258"/>
            <ac:spMk id="8" creationId="{7D384817-57AD-74E0-9F20-B62F101516D4}"/>
          </ac:spMkLst>
        </pc:spChg>
        <pc:spChg chg="mod">
          <ac:chgData name="Alex  Minetto" userId="25a782a3-a402-47c8-9be9-069bc81035ef" providerId="ADAL" clId="{2E28F087-CEAE-41D7-AAAB-CE3AE7E45361}" dt="2026-03-04T16:19:02.043" v="397" actId="403"/>
          <ac:spMkLst>
            <pc:docMk/>
            <pc:sldMk cId="2803182561" sldId="258"/>
            <ac:spMk id="10" creationId="{E6D71F02-7804-70D4-FC71-59F6627EACE7}"/>
          </ac:spMkLst>
        </pc:spChg>
        <pc:spChg chg="mod">
          <ac:chgData name="Alex  Minetto" userId="25a782a3-a402-47c8-9be9-069bc81035ef" providerId="ADAL" clId="{2E28F087-CEAE-41D7-AAAB-CE3AE7E45361}" dt="2026-03-04T16:19:02.043" v="397" actId="403"/>
          <ac:spMkLst>
            <pc:docMk/>
            <pc:sldMk cId="2803182561" sldId="258"/>
            <ac:spMk id="11" creationId="{F6F7E7A2-2580-257B-A985-1025F37FB7BF}"/>
          </ac:spMkLst>
        </pc:spChg>
        <pc:spChg chg="mod">
          <ac:chgData name="Alex  Minetto" userId="25a782a3-a402-47c8-9be9-069bc81035ef" providerId="ADAL" clId="{2E28F087-CEAE-41D7-AAAB-CE3AE7E45361}" dt="2026-03-04T16:19:02.043" v="397" actId="403"/>
          <ac:spMkLst>
            <pc:docMk/>
            <pc:sldMk cId="2803182561" sldId="258"/>
            <ac:spMk id="12" creationId="{3CA46A22-4E7E-1345-8C81-65C9B93CDBB6}"/>
          </ac:spMkLst>
        </pc:spChg>
        <pc:spChg chg="add mod">
          <ac:chgData name="Alex  Minetto" userId="25a782a3-a402-47c8-9be9-069bc81035ef" providerId="ADAL" clId="{2E28F087-CEAE-41D7-AAAB-CE3AE7E45361}" dt="2026-03-04T16:19:36.922" v="414" actId="164"/>
          <ac:spMkLst>
            <pc:docMk/>
            <pc:sldMk cId="2803182561" sldId="258"/>
            <ac:spMk id="13" creationId="{AA3C2E8E-BF84-BEA3-34D1-6FCF357F7EC3}"/>
          </ac:spMkLst>
        </pc:spChg>
        <pc:spChg chg="add mod">
          <ac:chgData name="Alex  Minetto" userId="25a782a3-a402-47c8-9be9-069bc81035ef" providerId="ADAL" clId="{2E28F087-CEAE-41D7-AAAB-CE3AE7E45361}" dt="2026-03-04T16:19:36.922" v="414" actId="164"/>
          <ac:spMkLst>
            <pc:docMk/>
            <pc:sldMk cId="2803182561" sldId="258"/>
            <ac:spMk id="14" creationId="{0754A90D-320F-2C3C-83F3-BA79F0D11A96}"/>
          </ac:spMkLst>
        </pc:spChg>
        <pc:grpChg chg="add mod">
          <ac:chgData name="Alex  Minetto" userId="25a782a3-a402-47c8-9be9-069bc81035ef" providerId="ADAL" clId="{2E28F087-CEAE-41D7-AAAB-CE3AE7E45361}" dt="2026-03-04T16:19:36.922" v="414" actId="164"/>
          <ac:grpSpMkLst>
            <pc:docMk/>
            <pc:sldMk cId="2803182561" sldId="258"/>
            <ac:grpSpMk id="2" creationId="{2E2552D4-F6D4-B9C8-9502-BB0FFAFCA934}"/>
          </ac:grpSpMkLst>
        </pc:grpChg>
        <pc:grpChg chg="add mod">
          <ac:chgData name="Alex  Minetto" userId="25a782a3-a402-47c8-9be9-069bc81035ef" providerId="ADAL" clId="{2E28F087-CEAE-41D7-AAAB-CE3AE7E45361}" dt="2026-03-04T16:19:36.922" v="414" actId="164"/>
          <ac:grpSpMkLst>
            <pc:docMk/>
            <pc:sldMk cId="2803182561" sldId="258"/>
            <ac:grpSpMk id="9" creationId="{29A79BF8-5B10-064B-E454-CE32EE537CE2}"/>
          </ac:grpSpMkLst>
        </pc:grpChg>
        <pc:grpChg chg="add mod">
          <ac:chgData name="Alex  Minetto" userId="25a782a3-a402-47c8-9be9-069bc81035ef" providerId="ADAL" clId="{2E28F087-CEAE-41D7-AAAB-CE3AE7E45361}" dt="2026-03-04T16:19:36.922" v="414" actId="164"/>
          <ac:grpSpMkLst>
            <pc:docMk/>
            <pc:sldMk cId="2803182561" sldId="258"/>
            <ac:grpSpMk id="18" creationId="{F5EE6D43-DCB8-86AB-CB85-A9BFB06CBA5F}"/>
          </ac:grpSpMkLst>
        </pc:grpChg>
        <pc:grpChg chg="add mod">
          <ac:chgData name="Alex  Minetto" userId="25a782a3-a402-47c8-9be9-069bc81035ef" providerId="ADAL" clId="{2E28F087-CEAE-41D7-AAAB-CE3AE7E45361}" dt="2026-03-04T16:19:36.922" v="414" actId="164"/>
          <ac:grpSpMkLst>
            <pc:docMk/>
            <pc:sldMk cId="2803182561" sldId="258"/>
            <ac:grpSpMk id="21" creationId="{0EA07DFE-5627-0ADE-99C7-161DB6CCCF32}"/>
          </ac:grpSpMkLst>
        </pc:grpChg>
        <pc:picChg chg="mod">
          <ac:chgData name="Alex  Minetto" userId="25a782a3-a402-47c8-9be9-069bc81035ef" providerId="ADAL" clId="{2E28F087-CEAE-41D7-AAAB-CE3AE7E45361}" dt="2026-03-04T16:15:31.075" v="367" actId="1076"/>
          <ac:picMkLst>
            <pc:docMk/>
            <pc:sldMk cId="2803182561" sldId="258"/>
            <ac:picMk id="3" creationId="{7A7B7772-EFAB-72BD-C356-AF267CFE3454}"/>
          </ac:picMkLst>
        </pc:picChg>
        <pc:picChg chg="mod">
          <ac:chgData name="Alex  Minetto" userId="25a782a3-a402-47c8-9be9-069bc81035ef" providerId="ADAL" clId="{2E28F087-CEAE-41D7-AAAB-CE3AE7E45361}" dt="2026-03-04T16:15:31.075" v="367" actId="1076"/>
          <ac:picMkLst>
            <pc:docMk/>
            <pc:sldMk cId="2803182561" sldId="258"/>
            <ac:picMk id="4" creationId="{73A484B9-7FA2-B023-339B-4C77273EEC37}"/>
          </ac:picMkLst>
        </pc:picChg>
        <pc:picChg chg="add mod modCrop">
          <ac:chgData name="Alex  Minetto" userId="25a782a3-a402-47c8-9be9-069bc81035ef" providerId="ADAL" clId="{2E28F087-CEAE-41D7-AAAB-CE3AE7E45361}" dt="2026-03-04T16:19:36.922" v="414" actId="164"/>
          <ac:picMkLst>
            <pc:docMk/>
            <pc:sldMk cId="2803182561" sldId="258"/>
            <ac:picMk id="5" creationId="{8496D39F-63C6-8F8B-9404-E74A1E046420}"/>
          </ac:picMkLst>
        </pc:picChg>
        <pc:picChg chg="add mod">
          <ac:chgData name="Alex  Minetto" userId="25a782a3-a402-47c8-9be9-069bc81035ef" providerId="ADAL" clId="{2E28F087-CEAE-41D7-AAAB-CE3AE7E45361}" dt="2026-03-04T16:18:33.298" v="392" actId="164"/>
          <ac:picMkLst>
            <pc:docMk/>
            <pc:sldMk cId="2803182561" sldId="258"/>
            <ac:picMk id="15" creationId="{68DDF6C3-72E9-5C5B-764F-9A0E9CF15BEB}"/>
          </ac:picMkLst>
        </pc:picChg>
        <pc:picChg chg="add mod">
          <ac:chgData name="Alex  Minetto" userId="25a782a3-a402-47c8-9be9-069bc81035ef" providerId="ADAL" clId="{2E28F087-CEAE-41D7-AAAB-CE3AE7E45361}" dt="2026-03-04T16:18:33.298" v="392" actId="164"/>
          <ac:picMkLst>
            <pc:docMk/>
            <pc:sldMk cId="2803182561" sldId="258"/>
            <ac:picMk id="17" creationId="{60079E10-6026-894B-1AF6-5F9A78AEFCA5}"/>
          </ac:picMkLst>
        </pc:picChg>
      </pc:sldChg>
      <pc:sldChg chg="del">
        <pc:chgData name="Alex  Minetto" userId="25a782a3-a402-47c8-9be9-069bc81035ef" providerId="ADAL" clId="{2E28F087-CEAE-41D7-AAAB-CE3AE7E45361}" dt="2026-03-04T16:22:52.085" v="424" actId="47"/>
        <pc:sldMkLst>
          <pc:docMk/>
          <pc:sldMk cId="1550368669" sldId="259"/>
        </pc:sldMkLst>
      </pc:sldChg>
      <pc:sldChg chg="del">
        <pc:chgData name="Alex  Minetto" userId="25a782a3-a402-47c8-9be9-069bc81035ef" providerId="ADAL" clId="{2E28F087-CEAE-41D7-AAAB-CE3AE7E45361}" dt="2026-03-04T16:22:30.196" v="416" actId="47"/>
        <pc:sldMkLst>
          <pc:docMk/>
          <pc:sldMk cId="2401883799" sldId="260"/>
        </pc:sldMkLst>
      </pc:sldChg>
      <pc:sldChg chg="del">
        <pc:chgData name="Alex  Minetto" userId="25a782a3-a402-47c8-9be9-069bc81035ef" providerId="ADAL" clId="{2E28F087-CEAE-41D7-AAAB-CE3AE7E45361}" dt="2026-03-04T16:22:31.477" v="418" actId="47"/>
        <pc:sldMkLst>
          <pc:docMk/>
          <pc:sldMk cId="2256635283" sldId="261"/>
        </pc:sldMkLst>
      </pc:sldChg>
      <pc:sldChg chg="del">
        <pc:chgData name="Alex  Minetto" userId="25a782a3-a402-47c8-9be9-069bc81035ef" providerId="ADAL" clId="{2E28F087-CEAE-41D7-AAAB-CE3AE7E45361}" dt="2026-03-04T16:22:32.047" v="419" actId="47"/>
        <pc:sldMkLst>
          <pc:docMk/>
          <pc:sldMk cId="1071706327" sldId="262"/>
        </pc:sldMkLst>
      </pc:sldChg>
      <pc:sldChg chg="del">
        <pc:chgData name="Alex  Minetto" userId="25a782a3-a402-47c8-9be9-069bc81035ef" providerId="ADAL" clId="{2E28F087-CEAE-41D7-AAAB-CE3AE7E45361}" dt="2026-03-04T16:22:39.422" v="422" actId="47"/>
        <pc:sldMkLst>
          <pc:docMk/>
          <pc:sldMk cId="2404379357" sldId="263"/>
        </pc:sldMkLst>
      </pc:sldChg>
      <pc:sldChg chg="del">
        <pc:chgData name="Alex  Minetto" userId="25a782a3-a402-47c8-9be9-069bc81035ef" providerId="ADAL" clId="{2E28F087-CEAE-41D7-AAAB-CE3AE7E45361}" dt="2026-03-04T16:22:42.772" v="423" actId="47"/>
        <pc:sldMkLst>
          <pc:docMk/>
          <pc:sldMk cId="2192498437" sldId="264"/>
        </pc:sldMkLst>
      </pc:sldChg>
      <pc:sldChg chg="del">
        <pc:chgData name="Alex  Minetto" userId="25a782a3-a402-47c8-9be9-069bc81035ef" providerId="ADAL" clId="{2E28F087-CEAE-41D7-AAAB-CE3AE7E45361}" dt="2026-03-04T16:22:32.535" v="420" actId="47"/>
        <pc:sldMkLst>
          <pc:docMk/>
          <pc:sldMk cId="34750481" sldId="265"/>
        </pc:sldMkLst>
      </pc:sldChg>
      <pc:sldChg chg="del">
        <pc:chgData name="Alex  Minetto" userId="25a782a3-a402-47c8-9be9-069bc81035ef" providerId="ADAL" clId="{2E28F087-CEAE-41D7-AAAB-CE3AE7E45361}" dt="2026-03-04T16:22:33.017" v="421" actId="47"/>
        <pc:sldMkLst>
          <pc:docMk/>
          <pc:sldMk cId="860838112" sldId="266"/>
        </pc:sldMkLst>
      </pc:sldChg>
      <pc:sldChg chg="addSp delSp modSp add mod">
        <pc:chgData name="Alex  Minetto" userId="25a782a3-a402-47c8-9be9-069bc81035ef" providerId="ADAL" clId="{2E28F087-CEAE-41D7-AAAB-CE3AE7E45361}" dt="2026-03-04T16:17:12.249" v="380" actId="165"/>
        <pc:sldMkLst>
          <pc:docMk/>
          <pc:sldMk cId="2601742811" sldId="267"/>
        </pc:sldMkLst>
        <pc:spChg chg="add del mod">
          <ac:chgData name="Alex  Minetto" userId="25a782a3-a402-47c8-9be9-069bc81035ef" providerId="ADAL" clId="{2E28F087-CEAE-41D7-AAAB-CE3AE7E45361}" dt="2026-03-04T16:17:12.249" v="380" actId="165"/>
          <ac:spMkLst>
            <pc:docMk/>
            <pc:sldMk cId="2601742811" sldId="267"/>
            <ac:spMk id="6" creationId="{30AD68A8-0D06-5C7F-025F-AE77E380A63F}"/>
          </ac:spMkLst>
        </pc:spChg>
        <pc:spChg chg="mod">
          <ac:chgData name="Alex  Minetto" userId="25a782a3-a402-47c8-9be9-069bc81035ef" providerId="ADAL" clId="{2E28F087-CEAE-41D7-AAAB-CE3AE7E45361}" dt="2026-03-04T16:17:12.249" v="380" actId="165"/>
          <ac:spMkLst>
            <pc:docMk/>
            <pc:sldMk cId="2601742811" sldId="267"/>
            <ac:spMk id="7" creationId="{80AB9898-8190-44F9-79E8-9455800FDF13}"/>
          </ac:spMkLst>
        </pc:spChg>
        <pc:spChg chg="mod">
          <ac:chgData name="Alex  Minetto" userId="25a782a3-a402-47c8-9be9-069bc81035ef" providerId="ADAL" clId="{2E28F087-CEAE-41D7-AAAB-CE3AE7E45361}" dt="2026-03-04T16:17:12.249" v="380" actId="165"/>
          <ac:spMkLst>
            <pc:docMk/>
            <pc:sldMk cId="2601742811" sldId="267"/>
            <ac:spMk id="9" creationId="{929D60D2-AC8A-670D-6100-CB7D91D32AF3}"/>
          </ac:spMkLst>
        </pc:spChg>
        <pc:spChg chg="mod">
          <ac:chgData name="Alex  Minetto" userId="25a782a3-a402-47c8-9be9-069bc81035ef" providerId="ADAL" clId="{2E28F087-CEAE-41D7-AAAB-CE3AE7E45361}" dt="2026-03-04T16:17:12.249" v="380" actId="165"/>
          <ac:spMkLst>
            <pc:docMk/>
            <pc:sldMk cId="2601742811" sldId="267"/>
            <ac:spMk id="14" creationId="{8BDBB1FE-E77F-445D-B3F2-778572723F9E}"/>
          </ac:spMkLst>
        </pc:spChg>
        <pc:spChg chg="mod">
          <ac:chgData name="Alex  Minetto" userId="25a782a3-a402-47c8-9be9-069bc81035ef" providerId="ADAL" clId="{2E28F087-CEAE-41D7-AAAB-CE3AE7E45361}" dt="2026-03-04T16:17:12.249" v="380" actId="165"/>
          <ac:spMkLst>
            <pc:docMk/>
            <pc:sldMk cId="2601742811" sldId="267"/>
            <ac:spMk id="22" creationId="{41C59996-8C9F-0856-5E44-2EA97D03DCEC}"/>
          </ac:spMkLst>
        </pc:spChg>
        <pc:spChg chg="mod">
          <ac:chgData name="Alex  Minetto" userId="25a782a3-a402-47c8-9be9-069bc81035ef" providerId="ADAL" clId="{2E28F087-CEAE-41D7-AAAB-CE3AE7E45361}" dt="2026-03-04T16:17:12.249" v="380" actId="165"/>
          <ac:spMkLst>
            <pc:docMk/>
            <pc:sldMk cId="2601742811" sldId="267"/>
            <ac:spMk id="23" creationId="{9C07AB00-FB89-D577-FF53-2D68EF90885B}"/>
          </ac:spMkLst>
        </pc:spChg>
        <pc:spChg chg="mod">
          <ac:chgData name="Alex  Minetto" userId="25a782a3-a402-47c8-9be9-069bc81035ef" providerId="ADAL" clId="{2E28F087-CEAE-41D7-AAAB-CE3AE7E45361}" dt="2026-03-04T16:17:12.249" v="380" actId="165"/>
          <ac:spMkLst>
            <pc:docMk/>
            <pc:sldMk cId="2601742811" sldId="267"/>
            <ac:spMk id="24" creationId="{7E3642E5-16F9-E797-14A8-A26FE092E245}"/>
          </ac:spMkLst>
        </pc:spChg>
        <pc:spChg chg="mod">
          <ac:chgData name="Alex  Minetto" userId="25a782a3-a402-47c8-9be9-069bc81035ef" providerId="ADAL" clId="{2E28F087-CEAE-41D7-AAAB-CE3AE7E45361}" dt="2026-03-02T12:37:42.767" v="317"/>
          <ac:spMkLst>
            <pc:docMk/>
            <pc:sldMk cId="2601742811" sldId="267"/>
            <ac:spMk id="34" creationId="{274822C3-0AB3-2BE7-EB02-DFA73CB9DA11}"/>
          </ac:spMkLst>
        </pc:spChg>
        <pc:spChg chg="mod">
          <ac:chgData name="Alex  Minetto" userId="25a782a3-a402-47c8-9be9-069bc81035ef" providerId="ADAL" clId="{2E28F087-CEAE-41D7-AAAB-CE3AE7E45361}" dt="2026-03-02T12:37:42.767" v="317"/>
          <ac:spMkLst>
            <pc:docMk/>
            <pc:sldMk cId="2601742811" sldId="267"/>
            <ac:spMk id="35" creationId="{FFB996A3-3AA3-F61F-6F8C-4C008BABD272}"/>
          </ac:spMkLst>
        </pc:spChg>
        <pc:spChg chg="mod">
          <ac:chgData name="Alex  Minetto" userId="25a782a3-a402-47c8-9be9-069bc81035ef" providerId="ADAL" clId="{2E28F087-CEAE-41D7-AAAB-CE3AE7E45361}" dt="2026-03-02T12:37:42.767" v="317"/>
          <ac:spMkLst>
            <pc:docMk/>
            <pc:sldMk cId="2601742811" sldId="267"/>
            <ac:spMk id="36" creationId="{75EF54BE-F803-E723-AA8D-D83F9172EFA6}"/>
          </ac:spMkLst>
        </pc:spChg>
        <pc:spChg chg="add mod">
          <ac:chgData name="Alex  Minetto" userId="25a782a3-a402-47c8-9be9-069bc81035ef" providerId="ADAL" clId="{2E28F087-CEAE-41D7-AAAB-CE3AE7E45361}" dt="2026-03-02T12:44:56.084" v="335" actId="14100"/>
          <ac:spMkLst>
            <pc:docMk/>
            <pc:sldMk cId="2601742811" sldId="267"/>
            <ac:spMk id="37" creationId="{220BBE33-0A8A-5E7F-145B-CE399BAC51BA}"/>
          </ac:spMkLst>
        </pc:spChg>
        <pc:grpChg chg="mod">
          <ac:chgData name="Alex  Minetto" userId="25a782a3-a402-47c8-9be9-069bc81035ef" providerId="ADAL" clId="{2E28F087-CEAE-41D7-AAAB-CE3AE7E45361}" dt="2026-03-02T12:37:14.774" v="315" actId="164"/>
          <ac:grpSpMkLst>
            <pc:docMk/>
            <pc:sldMk cId="2601742811" sldId="267"/>
            <ac:grpSpMk id="4" creationId="{E9A090FB-A515-34A2-9AE0-DAFEA01C37D9}"/>
          </ac:grpSpMkLst>
        </pc:grpChg>
        <pc:grpChg chg="mod">
          <ac:chgData name="Alex  Minetto" userId="25a782a3-a402-47c8-9be9-069bc81035ef" providerId="ADAL" clId="{2E28F087-CEAE-41D7-AAAB-CE3AE7E45361}" dt="2026-03-02T12:36:53.192" v="310" actId="688"/>
          <ac:grpSpMkLst>
            <pc:docMk/>
            <pc:sldMk cId="2601742811" sldId="267"/>
            <ac:grpSpMk id="11" creationId="{19C2D897-E2AC-C076-0196-432AA0F22EE2}"/>
          </ac:grpSpMkLst>
        </pc:grpChg>
        <pc:grpChg chg="mod">
          <ac:chgData name="Alex  Minetto" userId="25a782a3-a402-47c8-9be9-069bc81035ef" providerId="ADAL" clId="{2E28F087-CEAE-41D7-AAAB-CE3AE7E45361}" dt="2026-03-02T12:36:53.192" v="310" actId="688"/>
          <ac:grpSpMkLst>
            <pc:docMk/>
            <pc:sldMk cId="2601742811" sldId="267"/>
            <ac:grpSpMk id="15" creationId="{C7D8C227-2BA5-1CEB-F323-0A41B650D450}"/>
          </ac:grpSpMkLst>
        </pc:grpChg>
        <pc:grpChg chg="add mod">
          <ac:chgData name="Alex  Minetto" userId="25a782a3-a402-47c8-9be9-069bc81035ef" providerId="ADAL" clId="{2E28F087-CEAE-41D7-AAAB-CE3AE7E45361}" dt="2026-03-02T12:37:14.774" v="315" actId="164"/>
          <ac:grpSpMkLst>
            <pc:docMk/>
            <pc:sldMk cId="2601742811" sldId="267"/>
            <ac:grpSpMk id="21" creationId="{E33F76F9-80FB-3991-C575-D03374BF860E}"/>
          </ac:grpSpMkLst>
        </pc:grpChg>
        <pc:grpChg chg="add mod">
          <ac:chgData name="Alex  Minetto" userId="25a782a3-a402-47c8-9be9-069bc81035ef" providerId="ADAL" clId="{2E28F087-CEAE-41D7-AAAB-CE3AE7E45361}" dt="2026-03-02T12:37:44.155" v="318" actId="1076"/>
          <ac:grpSpMkLst>
            <pc:docMk/>
            <pc:sldMk cId="2601742811" sldId="267"/>
            <ac:grpSpMk id="33" creationId="{6801AD04-4E7E-B30C-CEAB-2D8777DD5A27}"/>
          </ac:grpSpMkLst>
        </pc:grpChg>
        <pc:picChg chg="mod">
          <ac:chgData name="Alex  Minetto" userId="25a782a3-a402-47c8-9be9-069bc81035ef" providerId="ADAL" clId="{2E28F087-CEAE-41D7-AAAB-CE3AE7E45361}" dt="2026-03-02T12:36:53.192" v="310" actId="688"/>
          <ac:picMkLst>
            <pc:docMk/>
            <pc:sldMk cId="2601742811" sldId="267"/>
            <ac:picMk id="16" creationId="{CB3561BC-12E7-8FD0-8BE5-A3E02041FBDD}"/>
          </ac:picMkLst>
        </pc:picChg>
        <pc:picChg chg="mod">
          <ac:chgData name="Alex  Minetto" userId="25a782a3-a402-47c8-9be9-069bc81035ef" providerId="ADAL" clId="{2E28F087-CEAE-41D7-AAAB-CE3AE7E45361}" dt="2026-03-02T12:36:53.192" v="310" actId="688"/>
          <ac:picMkLst>
            <pc:docMk/>
            <pc:sldMk cId="2601742811" sldId="267"/>
            <ac:picMk id="17" creationId="{EBF4FE22-B533-67A7-566D-4FF9EB2C3286}"/>
          </ac:picMkLst>
        </pc:picChg>
        <pc:picChg chg="mod">
          <ac:chgData name="Alex  Minetto" userId="25a782a3-a402-47c8-9be9-069bc81035ef" providerId="ADAL" clId="{2E28F087-CEAE-41D7-AAAB-CE3AE7E45361}" dt="2026-03-04T16:17:12.249" v="380" actId="165"/>
          <ac:picMkLst>
            <pc:docMk/>
            <pc:sldMk cId="2601742811" sldId="267"/>
            <ac:picMk id="18" creationId="{5F79D0F1-4D79-16A2-8813-DE523620932B}"/>
          </ac:picMkLst>
        </pc:picChg>
        <pc:picChg chg="add mod topLvl">
          <ac:chgData name="Alex  Minetto" userId="25a782a3-a402-47c8-9be9-069bc81035ef" providerId="ADAL" clId="{2E28F087-CEAE-41D7-AAAB-CE3AE7E45361}" dt="2026-03-04T16:17:12.249" v="380" actId="165"/>
          <ac:picMkLst>
            <pc:docMk/>
            <pc:sldMk cId="2601742811" sldId="267"/>
            <ac:picMk id="25" creationId="{E3971B77-7846-C738-861D-F46F83695735}"/>
          </ac:picMkLst>
        </pc:picChg>
        <pc:picChg chg="add mod ord topLvl modCrop">
          <ac:chgData name="Alex  Minetto" userId="25a782a3-a402-47c8-9be9-069bc81035ef" providerId="ADAL" clId="{2E28F087-CEAE-41D7-AAAB-CE3AE7E45361}" dt="2026-03-04T16:17:12.249" v="380" actId="165"/>
          <ac:picMkLst>
            <pc:docMk/>
            <pc:sldMk cId="2601742811" sldId="267"/>
            <ac:picMk id="27" creationId="{7416844A-BBE0-8853-9AA2-B66C7B46370F}"/>
          </ac:picMkLst>
        </pc:picChg>
        <pc:picChg chg="add mod topLvl">
          <ac:chgData name="Alex  Minetto" userId="25a782a3-a402-47c8-9be9-069bc81035ef" providerId="ADAL" clId="{2E28F087-CEAE-41D7-AAAB-CE3AE7E45361}" dt="2026-03-04T16:17:08.224" v="379" actId="165"/>
          <ac:picMkLst>
            <pc:docMk/>
            <pc:sldMk cId="2601742811" sldId="267"/>
            <ac:picMk id="38" creationId="{3C9A7402-EEFD-0E21-1A06-42A5D4E93DF0}"/>
          </ac:picMkLst>
        </pc:picChg>
      </pc:sldChg>
      <pc:sldChg chg="addSp delSp modSp add mod">
        <pc:chgData name="Alex  Minetto" userId="25a782a3-a402-47c8-9be9-069bc81035ef" providerId="ADAL" clId="{2E28F087-CEAE-41D7-AAAB-CE3AE7E45361}" dt="2026-03-03T21:01:02.062" v="365" actId="164"/>
        <pc:sldMkLst>
          <pc:docMk/>
          <pc:sldMk cId="3015890880" sldId="268"/>
        </pc:sldMkLst>
        <pc:spChg chg="add del">
          <ac:chgData name="Alex  Minetto" userId="25a782a3-a402-47c8-9be9-069bc81035ef" providerId="ADAL" clId="{2E28F087-CEAE-41D7-AAAB-CE3AE7E45361}" dt="2026-03-03T21:00:01.904" v="347" actId="22"/>
          <ac:spMkLst>
            <pc:docMk/>
            <pc:sldMk cId="3015890880" sldId="268"/>
            <ac:spMk id="3" creationId="{DB78C252-90AE-F4B1-E6EE-2363A2BEF4B5}"/>
          </ac:spMkLst>
        </pc:spChg>
        <pc:spChg chg="mod">
          <ac:chgData name="Alex  Minetto" userId="25a782a3-a402-47c8-9be9-069bc81035ef" providerId="ADAL" clId="{2E28F087-CEAE-41D7-AAAB-CE3AE7E45361}" dt="2026-03-03T21:00:10.479" v="352" actId="1076"/>
          <ac:spMkLst>
            <pc:docMk/>
            <pc:sldMk cId="3015890880" sldId="268"/>
            <ac:spMk id="6" creationId="{E716A1C7-53C2-9E9D-ACB1-37FF2D6F93B8}"/>
          </ac:spMkLst>
        </pc:spChg>
        <pc:spChg chg="mod">
          <ac:chgData name="Alex  Minetto" userId="25a782a3-a402-47c8-9be9-069bc81035ef" providerId="ADAL" clId="{2E28F087-CEAE-41D7-AAAB-CE3AE7E45361}" dt="2026-03-03T21:00:10.479" v="352" actId="1076"/>
          <ac:spMkLst>
            <pc:docMk/>
            <pc:sldMk cId="3015890880" sldId="268"/>
            <ac:spMk id="7" creationId="{0BEBF4C2-0C21-146F-EC3F-0292C4684BFE}"/>
          </ac:spMkLst>
        </pc:spChg>
        <pc:spChg chg="mod">
          <ac:chgData name="Alex  Minetto" userId="25a782a3-a402-47c8-9be9-069bc81035ef" providerId="ADAL" clId="{2E28F087-CEAE-41D7-AAAB-CE3AE7E45361}" dt="2026-03-03T21:00:10.479" v="352" actId="1076"/>
          <ac:spMkLst>
            <pc:docMk/>
            <pc:sldMk cId="3015890880" sldId="268"/>
            <ac:spMk id="9" creationId="{54BB109D-684F-408E-4E0C-E7E671A4C9ED}"/>
          </ac:spMkLst>
        </pc:spChg>
        <pc:spChg chg="mod">
          <ac:chgData name="Alex  Minetto" userId="25a782a3-a402-47c8-9be9-069bc81035ef" providerId="ADAL" clId="{2E28F087-CEAE-41D7-AAAB-CE3AE7E45361}" dt="2026-03-03T21:00:10.479" v="352" actId="1076"/>
          <ac:spMkLst>
            <pc:docMk/>
            <pc:sldMk cId="3015890880" sldId="268"/>
            <ac:spMk id="14" creationId="{BD95C5D2-4C07-B8BD-96BC-4662C8CD4E3C}"/>
          </ac:spMkLst>
        </pc:spChg>
        <pc:spChg chg="mod">
          <ac:chgData name="Alex  Minetto" userId="25a782a3-a402-47c8-9be9-069bc81035ef" providerId="ADAL" clId="{2E28F087-CEAE-41D7-AAAB-CE3AE7E45361}" dt="2026-03-03T21:00:10.479" v="352" actId="1076"/>
          <ac:spMkLst>
            <pc:docMk/>
            <pc:sldMk cId="3015890880" sldId="268"/>
            <ac:spMk id="22" creationId="{AEA42882-CC93-2569-888B-8E939679DCFD}"/>
          </ac:spMkLst>
        </pc:spChg>
        <pc:spChg chg="mod">
          <ac:chgData name="Alex  Minetto" userId="25a782a3-a402-47c8-9be9-069bc81035ef" providerId="ADAL" clId="{2E28F087-CEAE-41D7-AAAB-CE3AE7E45361}" dt="2026-03-03T21:00:10.479" v="352" actId="1076"/>
          <ac:spMkLst>
            <pc:docMk/>
            <pc:sldMk cId="3015890880" sldId="268"/>
            <ac:spMk id="23" creationId="{CC23D6B1-089E-3E4E-ABD7-0E734A310623}"/>
          </ac:spMkLst>
        </pc:spChg>
        <pc:spChg chg="mod">
          <ac:chgData name="Alex  Minetto" userId="25a782a3-a402-47c8-9be9-069bc81035ef" providerId="ADAL" clId="{2E28F087-CEAE-41D7-AAAB-CE3AE7E45361}" dt="2026-03-03T21:00:10.479" v="352" actId="1076"/>
          <ac:spMkLst>
            <pc:docMk/>
            <pc:sldMk cId="3015890880" sldId="268"/>
            <ac:spMk id="24" creationId="{930167B0-8463-57E0-A9A4-D1E3D5070F4B}"/>
          </ac:spMkLst>
        </pc:spChg>
        <pc:spChg chg="del">
          <ac:chgData name="Alex  Minetto" userId="25a782a3-a402-47c8-9be9-069bc81035ef" providerId="ADAL" clId="{2E28F087-CEAE-41D7-AAAB-CE3AE7E45361}" dt="2026-03-03T21:00:00.731" v="345" actId="478"/>
          <ac:spMkLst>
            <pc:docMk/>
            <pc:sldMk cId="3015890880" sldId="268"/>
            <ac:spMk id="37" creationId="{CD200F50-9B5B-C132-FD70-702E3089B301}"/>
          </ac:spMkLst>
        </pc:spChg>
        <pc:grpChg chg="add mod">
          <ac:chgData name="Alex  Minetto" userId="25a782a3-a402-47c8-9be9-069bc81035ef" providerId="ADAL" clId="{2E28F087-CEAE-41D7-AAAB-CE3AE7E45361}" dt="2026-03-03T21:01:02.062" v="365" actId="164"/>
          <ac:grpSpMkLst>
            <pc:docMk/>
            <pc:sldMk cId="3015890880" sldId="268"/>
            <ac:grpSpMk id="13" creationId="{6F660110-ED18-8EFE-FAE9-7E7B59B1BA55}"/>
          </ac:grpSpMkLst>
        </pc:grpChg>
        <pc:grpChg chg="del">
          <ac:chgData name="Alex  Minetto" userId="25a782a3-a402-47c8-9be9-069bc81035ef" providerId="ADAL" clId="{2E28F087-CEAE-41D7-AAAB-CE3AE7E45361}" dt="2026-03-03T21:00:00.731" v="345" actId="478"/>
          <ac:grpSpMkLst>
            <pc:docMk/>
            <pc:sldMk cId="3015890880" sldId="268"/>
            <ac:grpSpMk id="33" creationId="{DB3B5BC4-8662-B6C8-C400-7B798F94C579}"/>
          </ac:grpSpMkLst>
        </pc:grpChg>
        <pc:grpChg chg="del">
          <ac:chgData name="Alex  Minetto" userId="25a782a3-a402-47c8-9be9-069bc81035ef" providerId="ADAL" clId="{2E28F087-CEAE-41D7-AAAB-CE3AE7E45361}" dt="2026-03-03T21:00:16.986" v="355" actId="478"/>
          <ac:grpSpMkLst>
            <pc:docMk/>
            <pc:sldMk cId="3015890880" sldId="268"/>
            <ac:grpSpMk id="39" creationId="{CB9D5318-B1DF-F7BD-F320-DDBFACE94C6E}"/>
          </ac:grpSpMkLst>
        </pc:grpChg>
        <pc:picChg chg="add mod ord">
          <ac:chgData name="Alex  Minetto" userId="25a782a3-a402-47c8-9be9-069bc81035ef" providerId="ADAL" clId="{2E28F087-CEAE-41D7-AAAB-CE3AE7E45361}" dt="2026-03-03T21:01:02.062" v="365" actId="164"/>
          <ac:picMkLst>
            <pc:docMk/>
            <pc:sldMk cId="3015890880" sldId="268"/>
            <ac:picMk id="8" creationId="{7ADADFAC-86D0-B018-EBC0-834C39D1993D}"/>
          </ac:picMkLst>
        </pc:picChg>
        <pc:picChg chg="add mod modCrop">
          <ac:chgData name="Alex  Minetto" userId="25a782a3-a402-47c8-9be9-069bc81035ef" providerId="ADAL" clId="{2E28F087-CEAE-41D7-AAAB-CE3AE7E45361}" dt="2026-03-03T21:01:02.062" v="365" actId="164"/>
          <ac:picMkLst>
            <pc:docMk/>
            <pc:sldMk cId="3015890880" sldId="268"/>
            <ac:picMk id="12" creationId="{72CFC336-21E2-F622-7824-C4D61077DD34}"/>
          </ac:picMkLst>
        </pc:picChg>
        <pc:picChg chg="mod">
          <ac:chgData name="Alex  Minetto" userId="25a782a3-a402-47c8-9be9-069bc81035ef" providerId="ADAL" clId="{2E28F087-CEAE-41D7-AAAB-CE3AE7E45361}" dt="2026-03-03T21:00:10.479" v="352" actId="1076"/>
          <ac:picMkLst>
            <pc:docMk/>
            <pc:sldMk cId="3015890880" sldId="268"/>
            <ac:picMk id="16" creationId="{4D29B9D7-A5C1-478C-A9A9-B94FCC421FDC}"/>
          </ac:picMkLst>
        </pc:picChg>
        <pc:picChg chg="mod">
          <ac:chgData name="Alex  Minetto" userId="25a782a3-a402-47c8-9be9-069bc81035ef" providerId="ADAL" clId="{2E28F087-CEAE-41D7-AAAB-CE3AE7E45361}" dt="2026-03-03T21:00:10.479" v="352" actId="1076"/>
          <ac:picMkLst>
            <pc:docMk/>
            <pc:sldMk cId="3015890880" sldId="268"/>
            <ac:picMk id="25" creationId="{345C2747-991D-0892-465E-1BF25662CA63}"/>
          </ac:picMkLst>
        </pc:picChg>
        <pc:picChg chg="mod">
          <ac:chgData name="Alex  Minetto" userId="25a782a3-a402-47c8-9be9-069bc81035ef" providerId="ADAL" clId="{2E28F087-CEAE-41D7-AAAB-CE3AE7E45361}" dt="2026-03-03T21:00:10.479" v="352" actId="1076"/>
          <ac:picMkLst>
            <pc:docMk/>
            <pc:sldMk cId="3015890880" sldId="268"/>
            <ac:picMk id="27" creationId="{2D83FBF9-B5CD-81D3-007C-2D46087D78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BA92C5-6F4C-4E08-E122-38C7D5B87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2FDE53F-C6B7-7E2B-80B9-B9B8B915C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5E8045-F1E9-970C-8E9F-9F33673A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3D2C52-3D6B-3EE5-092C-99558BC8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853F49-EB6D-7648-89D7-401B180B2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939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837F62-8A5B-0439-DC61-2CD537B1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792E3F-294D-563A-B2A2-6020AF28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32D4462-0FA2-DABF-7790-9DEB1195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05B61A-70A9-607C-D95A-3EF5A32C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192F94-C6DD-5452-E2AD-3799D6EE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633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53821-3823-4657-1DF9-41CAE92A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E40774-D6B1-40AC-451F-CCCC69613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920084-D259-FA2C-31D8-83B71D15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B1921D-D313-497E-908A-F73A3652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0F06D0-CAE8-CAE9-D0F5-AA0E56FD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54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40BB0B-8497-B1FE-290B-76649BA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20E380-5D79-BEEC-F82C-825DDF26B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ACDB883-60DA-F702-4D68-DC411C4ED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D39C5C0-D4DA-7F50-6E35-E52EA62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E4BF1B-D3B2-0D71-11F9-B88713DD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70BD87C-E042-AB63-1FE9-6728ADD8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3887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688824-8B42-2961-5180-1F09A6C1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90CF29-E3FC-BA9B-305A-7D89FD13C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4BF4AB-03F8-14D4-4005-D56B21723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2FD4EC3-AC69-1A06-F6E5-CE4A2B18B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412FEF1-A6C4-FEA4-4A78-729C718BB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627FA28-A87B-DB9B-5CBC-582A7C54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A8BE1C-00A0-D4E6-BB2A-D64EA07E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DB97F7D-D25B-D554-F6F2-F7745FED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1684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40ED1C-BE10-6227-C570-F848AAF28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691A6C4-0595-6570-FEB1-DFF75E86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9867B5D-0948-F700-2460-CE686A81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E1F810-5CB6-0228-21EF-E0B55C51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400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BD2A1D-DB0E-E2B1-CC3F-307BD65F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914E24C-2EC3-56CC-4064-24B323E5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FA2A39-4185-5BFA-30BC-F038F739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877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4BE487-0756-EC59-1925-2E473695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8CFA54-94AE-87A1-95BB-EC87C6B8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3F7A92C-3A86-F11E-C08A-FDE096235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92FCE76-4850-55E4-FE54-BAA577F87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956D43E-535F-4449-99CA-B81F662C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E0915A5-7B4C-02E8-1312-232422830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195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3171E6-0F5F-984A-1F38-414644CC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768B3A0-C615-EBDE-CDF0-976FD2469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606396E-7B73-3DD8-6843-DE94095E2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9601040-3979-BBF3-13BF-DFF04DE0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4D4A17C-ADDE-C6EC-1E95-6DF3196DB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51A10F8-FD2E-5286-6908-6CCD5B55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05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A9CEF-7F8C-CECF-2CB4-2EBB5CDD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67FDD2-F129-6649-39EB-FD898AC8F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DBE7E5-75F0-1392-D3AC-47B4B6EA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6A94E4-A4DD-A6F9-FCA3-69D4846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84B0FD-1F1D-B070-698C-CA0D1059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415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18D34ED-BC13-780E-8468-67E99D2BD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462B8CF-3FE8-067A-2D2E-8292F7DED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6309BB-D0E9-DB32-2789-73B1B47E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218AE0-13C4-BC9A-A425-E21ADC66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652A79-8282-97DB-0A84-621CA8DD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988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7BC7512-1A81-78D6-D499-219DCCC1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D11FD7-A2DB-C767-B5A1-5365E04FE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2A3E4B-7EB2-827F-2FAD-F2067E8E1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A4C9B-3D94-42EC-8F46-5BE65712BB1A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23F1E7-29FB-0FB4-48CE-FC80522B7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F5197E-0C5E-E1FA-A330-3EB186443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2AAE1-F380-427F-8780-C00C098B51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2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hyperlink" Target="mailto:navsas@polito.it" TargetMode="Externa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microsoft.com/office/2007/relationships/hdphoto" Target="../media/hdphoto2.wd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A0CF-610B-4529-23E9-5F0EF50D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o 32">
            <a:extLst>
              <a:ext uri="{FF2B5EF4-FFF2-40B4-BE49-F238E27FC236}">
                <a16:creationId xmlns:a16="http://schemas.microsoft.com/office/drawing/2014/main" id="{6801AD04-4E7E-B30C-CEAB-2D8777DD5A27}"/>
              </a:ext>
            </a:extLst>
          </p:cNvPr>
          <p:cNvGrpSpPr/>
          <p:nvPr/>
        </p:nvGrpSpPr>
        <p:grpSpPr>
          <a:xfrm>
            <a:off x="8014210" y="1340782"/>
            <a:ext cx="1815726" cy="1815726"/>
            <a:chOff x="6826572" y="2241943"/>
            <a:chExt cx="1815726" cy="1815726"/>
          </a:xfrm>
        </p:grpSpPr>
        <p:sp>
          <p:nvSpPr>
            <p:cNvPr id="34" name="Figura a mano libera: forma 33">
              <a:extLst>
                <a:ext uri="{FF2B5EF4-FFF2-40B4-BE49-F238E27FC236}">
                  <a16:creationId xmlns:a16="http://schemas.microsoft.com/office/drawing/2014/main" id="{274822C3-0AB3-2BE7-EB02-DFA73CB9DA11}"/>
                </a:ext>
              </a:extLst>
            </p:cNvPr>
            <p:cNvSpPr/>
            <p:nvPr/>
          </p:nvSpPr>
          <p:spPr>
            <a:xfrm rot="9831127">
              <a:off x="6826572" y="2241943"/>
              <a:ext cx="1815726" cy="1815726"/>
            </a:xfrm>
            <a:custGeom>
              <a:avLst/>
              <a:gdLst>
                <a:gd name="csX0" fmla="*/ 908200 w 1815726"/>
                <a:gd name="csY0" fmla="*/ 1633896 h 1815726"/>
                <a:gd name="csX1" fmla="*/ 1315401 w 1815726"/>
                <a:gd name="csY1" fmla="*/ 1603788 h 1815726"/>
                <a:gd name="csX2" fmla="*/ 1713768 w 1815726"/>
                <a:gd name="csY2" fmla="*/ 699949 h 1815726"/>
                <a:gd name="csX3" fmla="*/ 809930 w 1815726"/>
                <a:gd name="csY3" fmla="*/ 301582 h 1815726"/>
                <a:gd name="csX4" fmla="*/ 411563 w 1815726"/>
                <a:gd name="csY4" fmla="*/ 1205420 h 1815726"/>
                <a:gd name="csX5" fmla="*/ 908200 w 1815726"/>
                <a:gd name="csY5" fmla="*/ 1633896 h 1815726"/>
                <a:gd name="csX6" fmla="*/ 637892 w 1815726"/>
                <a:gd name="csY6" fmla="*/ 1774910 h 1815726"/>
                <a:gd name="csX7" fmla="*/ 0 w 1815726"/>
                <a:gd name="csY7" fmla="*/ 907863 h 1815726"/>
                <a:gd name="csX8" fmla="*/ 907863 w 1815726"/>
                <a:gd name="csY8" fmla="*/ 0 h 1815726"/>
                <a:gd name="csX9" fmla="*/ 1815726 w 1815726"/>
                <a:gd name="csY9" fmla="*/ 907863 h 1815726"/>
                <a:gd name="csX10" fmla="*/ 907863 w 1815726"/>
                <a:gd name="csY10" fmla="*/ 1815726 h 1815726"/>
                <a:gd name="csX11" fmla="*/ 637892 w 1815726"/>
                <a:gd name="csY11" fmla="*/ 1774910 h 18157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15726" h="1815726">
                  <a:moveTo>
                    <a:pt x="908200" y="1633896"/>
                  </a:moveTo>
                  <a:cubicBezTo>
                    <a:pt x="1039368" y="1663764"/>
                    <a:pt x="1180553" y="1656131"/>
                    <a:pt x="1315401" y="1603788"/>
                  </a:cubicBezTo>
                  <a:cubicBezTo>
                    <a:pt x="1674995" y="1464206"/>
                    <a:pt x="1853350" y="1059543"/>
                    <a:pt x="1713768" y="699949"/>
                  </a:cubicBezTo>
                  <a:cubicBezTo>
                    <a:pt x="1574187" y="340356"/>
                    <a:pt x="1169524" y="162000"/>
                    <a:pt x="809930" y="301582"/>
                  </a:cubicBezTo>
                  <a:cubicBezTo>
                    <a:pt x="450336" y="441164"/>
                    <a:pt x="271981" y="845826"/>
                    <a:pt x="411563" y="1205420"/>
                  </a:cubicBezTo>
                  <a:cubicBezTo>
                    <a:pt x="498801" y="1430166"/>
                    <a:pt x="689587" y="1584116"/>
                    <a:pt x="908200" y="1633896"/>
                  </a:cubicBezTo>
                  <a:close/>
                  <a:moveTo>
                    <a:pt x="637892" y="1774910"/>
                  </a:moveTo>
                  <a:cubicBezTo>
                    <a:pt x="268330" y="1659964"/>
                    <a:pt x="0" y="1315250"/>
                    <a:pt x="0" y="907863"/>
                  </a:cubicBezTo>
                  <a:cubicBezTo>
                    <a:pt x="0" y="406464"/>
                    <a:pt x="406464" y="0"/>
                    <a:pt x="907863" y="0"/>
                  </a:cubicBezTo>
                  <a:cubicBezTo>
                    <a:pt x="1409262" y="0"/>
                    <a:pt x="1815726" y="406464"/>
                    <a:pt x="1815726" y="907863"/>
                  </a:cubicBezTo>
                  <a:cubicBezTo>
                    <a:pt x="1815726" y="1409262"/>
                    <a:pt x="1409262" y="1815726"/>
                    <a:pt x="907863" y="1815726"/>
                  </a:cubicBezTo>
                  <a:cubicBezTo>
                    <a:pt x="813851" y="1815726"/>
                    <a:pt x="723176" y="1801436"/>
                    <a:pt x="637892" y="1774910"/>
                  </a:cubicBezTo>
                  <a:close/>
                </a:path>
              </a:pathLst>
            </a:custGeom>
            <a:solidFill>
              <a:srgbClr val="0E284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FFB996A3-3AA3-F61F-6F8C-4C008BABD272}"/>
                </a:ext>
              </a:extLst>
            </p:cNvPr>
            <p:cNvSpPr txBox="1"/>
            <p:nvPr/>
          </p:nvSpPr>
          <p:spPr>
            <a:xfrm>
              <a:off x="7277235" y="2364976"/>
              <a:ext cx="914400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9600" b="1" i="0" u="none" strike="noStrike" kern="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Aptos" panose="020B0004020202020204" pitchFamily="34" charset="0"/>
                  <a:cs typeface="Helvetica" panose="020B0604020202020204" pitchFamily="34" charset="0"/>
                </a:rPr>
                <a:t>G</a:t>
              </a:r>
            </a:p>
          </p:txBody>
        </p:sp>
        <p:sp>
          <p:nvSpPr>
            <p:cNvPr id="36" name="Ovale 35">
              <a:extLst>
                <a:ext uri="{FF2B5EF4-FFF2-40B4-BE49-F238E27FC236}">
                  <a16:creationId xmlns:a16="http://schemas.microsoft.com/office/drawing/2014/main" id="{75EF54BE-F803-E723-AA8D-D83F9172EFA6}"/>
                </a:ext>
              </a:extLst>
            </p:cNvPr>
            <p:cNvSpPr/>
            <p:nvPr/>
          </p:nvSpPr>
          <p:spPr>
            <a:xfrm rot="9831127">
              <a:off x="6971423" y="2996450"/>
              <a:ext cx="306713" cy="306713"/>
            </a:xfrm>
            <a:prstGeom prst="ellipse">
              <a:avLst/>
            </a:prstGeom>
            <a:solidFill>
              <a:srgbClr val="E971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20BBE33-0A8A-5E7F-145B-CE399BAC51BA}"/>
              </a:ext>
            </a:extLst>
          </p:cNvPr>
          <p:cNvSpPr txBox="1"/>
          <p:nvPr/>
        </p:nvSpPr>
        <p:spPr>
          <a:xfrm>
            <a:off x="7414260" y="3505200"/>
            <a:ext cx="425958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G_PEARL</a:t>
            </a:r>
            <a:br>
              <a:rPr lang="it-IT" sz="1100" dirty="0"/>
            </a:br>
            <a:r>
              <a:rPr lang="it-IT" sz="1100" dirty="0" err="1"/>
              <a:t>NavSAS</a:t>
            </a:r>
            <a:r>
              <a:rPr lang="it-IT" sz="1100" dirty="0"/>
              <a:t> </a:t>
            </a:r>
            <a:r>
              <a:rPr lang="it-IT" sz="1100" dirty="0" err="1"/>
              <a:t>research</a:t>
            </a:r>
            <a:r>
              <a:rPr lang="it-IT" sz="1100" dirty="0"/>
              <a:t> group</a:t>
            </a:r>
            <a:br>
              <a:rPr lang="it-IT" sz="1100" dirty="0"/>
            </a:br>
            <a:r>
              <a:rPr lang="it-IT" sz="1100" dirty="0">
                <a:hlinkClick r:id="rId2"/>
              </a:rPr>
              <a:t>navsas@polito.it</a:t>
            </a:r>
            <a:br>
              <a:rPr lang="it-IT" sz="1100" dirty="0"/>
            </a:br>
            <a:r>
              <a:rPr lang="it-IT" sz="1100" dirty="0"/>
              <a:t>Politecnico di Torino</a:t>
            </a:r>
            <a:br>
              <a:rPr lang="it-IT" sz="1100" dirty="0"/>
            </a:br>
            <a:r>
              <a:rPr lang="en-US" sz="1100" dirty="0"/>
              <a:t>G-PEARL is a MATLAB-based application designed to support scientific investigations of GNSS data</a:t>
            </a:r>
            <a:br>
              <a:rPr lang="en-US" sz="1100" dirty="0"/>
            </a:br>
            <a:r>
              <a:rPr lang="en-US" sz="1100" dirty="0"/>
              <a:t>G-PEARL is a MATLAB-based application designed to support scientific investigations of GNSS data across multiple data formats. It enables the processing of both raw signal samples and observables, providing automated report generation for a range of scientific analyses, including multi-frequency and multi-constellation GNSS signal acquisition, total electron content estimation, multipath analysis from observables, and state estimation solutions.</a:t>
            </a:r>
            <a:endParaRPr lang="it-IT" sz="1100" dirty="0"/>
          </a:p>
        </p:txBody>
      </p:sp>
      <p:pic>
        <p:nvPicPr>
          <p:cNvPr id="27" name="Immagine 26" descr="Immagine che contiene Oggetto astronomico, luna, spazio, Spazio esterno&#10;&#10;Il contenuto generato dall'IA potrebbe non essere corretto.">
            <a:extLst>
              <a:ext uri="{FF2B5EF4-FFF2-40B4-BE49-F238E27FC236}">
                <a16:creationId xmlns:a16="http://schemas.microsoft.com/office/drawing/2014/main" id="{7416844A-BBE0-8853-9AA2-B66C7B463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909"/>
          <a:stretch>
            <a:fillRect/>
          </a:stretch>
        </p:blipFill>
        <p:spPr>
          <a:xfrm rot="5400000">
            <a:off x="1743249" y="714000"/>
            <a:ext cx="5065114" cy="5111576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E9A090FB-A515-34A2-9AE0-DAFEA01C37D9}"/>
              </a:ext>
            </a:extLst>
          </p:cNvPr>
          <p:cNvGrpSpPr/>
          <p:nvPr/>
        </p:nvGrpSpPr>
        <p:grpSpPr>
          <a:xfrm>
            <a:off x="1758860" y="824765"/>
            <a:ext cx="5072734" cy="4977580"/>
            <a:chOff x="2894983" y="748689"/>
            <a:chExt cx="5065114" cy="5191730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30AD68A8-0D06-5C7F-025F-AE77E380A63F}"/>
                </a:ext>
              </a:extLst>
            </p:cNvPr>
            <p:cNvSpPr/>
            <p:nvPr/>
          </p:nvSpPr>
          <p:spPr>
            <a:xfrm>
              <a:off x="2894983" y="748689"/>
              <a:ext cx="5065114" cy="5191730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5000"/>
                    <a:lumOff val="95000"/>
                    <a:alpha val="0"/>
                  </a:srgbClr>
                </a:gs>
                <a:gs pos="34000">
                  <a:srgbClr val="44546A">
                    <a:lumMod val="60000"/>
                    <a:lumOff val="40000"/>
                    <a:alpha val="0"/>
                  </a:srgbClr>
                </a:gs>
                <a:gs pos="95000">
                  <a:sysClr val="windowText" lastClr="000000">
                    <a:lumMod val="75000"/>
                    <a:lumOff val="25000"/>
                    <a:alpha val="39000"/>
                  </a:sysClr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80AB9898-8190-44F9-79E8-9455800FDF13}"/>
                </a:ext>
              </a:extLst>
            </p:cNvPr>
            <p:cNvSpPr txBox="1"/>
            <p:nvPr/>
          </p:nvSpPr>
          <p:spPr>
            <a:xfrm>
              <a:off x="3435382" y="1088771"/>
              <a:ext cx="3054901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     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G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-PEARL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v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1.0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929D60D2-AC8A-670D-6100-CB7D91D32AF3}"/>
                </a:ext>
              </a:extLst>
            </p:cNvPr>
            <p:cNvSpPr txBox="1"/>
            <p:nvPr/>
          </p:nvSpPr>
          <p:spPr>
            <a:xfrm>
              <a:off x="3040867" y="2070987"/>
              <a:ext cx="4328103" cy="136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  <a:tabLst>
                  <a:tab pos="3060065" algn="ctr"/>
                  <a:tab pos="6120130" algn="r"/>
                </a:tabLst>
              </a:pPr>
              <a:r>
                <a:rPr lang="en-US" sz="700" b="1" dirty="0">
                  <a:solidFill>
                    <a:schemeClr val="bg1">
                      <a:lumMod val="85000"/>
                    </a:schemeClr>
                  </a:solidFill>
                  <a:effectLst/>
                  <a:latin typeface="Arial Black" panose="020B0A04020102020204" pitchFamily="34" charset="0"/>
                  <a:ea typeface="Times New Roman" panose="02020603050405020304" pitchFamily="18" charset="0"/>
                </a:rPr>
                <a:t>G-PEARL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is developed and </a:t>
              </a:r>
              <a:r>
                <a:rPr lang="en-US" sz="700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manteind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by the </a:t>
              </a:r>
              <a:r>
                <a:rPr lang="en-US" sz="700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NavSAS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research group of the Department of Electronics and Telecommunications at Politecnico di Torino, on behalf of the Consorzio Nazionale </a:t>
              </a:r>
              <a:r>
                <a:rPr lang="en-US" sz="700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Interuniversitario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per le </a:t>
              </a:r>
              <a:r>
                <a:rPr lang="en-US" sz="700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Telecomunicazioni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(CNIT), under funding from the </a:t>
              </a:r>
              <a:r>
                <a:rPr lang="en-US" sz="700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Agenzia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700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Spaziale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700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Italiana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(ASI) within the framework of the </a:t>
              </a:r>
              <a:r>
                <a:rPr lang="en-US" sz="700" i="1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Centro Nazionale </a:t>
              </a:r>
              <a:r>
                <a:rPr lang="en-US" sz="700" i="1" dirty="0" err="1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Competenze</a:t>
              </a:r>
              <a:r>
                <a:rPr lang="en-US" sz="700" i="1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GNSS</a:t>
              </a:r>
              <a:r>
                <a:rPr lang="en-US" sz="700" dirty="0">
                  <a:solidFill>
                    <a:schemeClr val="bg1">
                      <a:lumMod val="85000"/>
                    </a:schemeClr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(CNCG) project.</a:t>
              </a:r>
              <a:endParaRPr lang="it-IT" sz="700" kern="0" dirty="0">
                <a:solidFill>
                  <a:prstClr val="white">
                    <a:lumMod val="75000"/>
                  </a:prst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7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it-IT" sz="700" kern="0" dirty="0">
                <a:solidFill>
                  <a:prstClr val="white">
                    <a:lumMod val="75000"/>
                  </a:prst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7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0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Credits</a:t>
              </a:r>
              <a: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: </a:t>
              </a:r>
              <a:r>
                <a:rPr kumimoji="0" lang="it-IT" sz="6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NavSAS</a:t>
              </a:r>
              <a: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 </a:t>
              </a:r>
              <a:r>
                <a:rPr kumimoji="0" lang="it-IT" sz="6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research</a:t>
              </a:r>
              <a: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 group</a:t>
              </a:r>
            </a:p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0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Scientific </a:t>
              </a:r>
              <a:r>
                <a:rPr kumimoji="0" lang="it-IT" sz="60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Supervision</a:t>
              </a:r>
              <a:r>
                <a:rPr kumimoji="0" lang="it-IT" sz="60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: Prof. Fabio Dovis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0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DevOps</a:t>
              </a:r>
              <a:r>
                <a:rPr kumimoji="0" lang="it-IT" sz="60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 </a:t>
              </a:r>
              <a:r>
                <a:rPr kumimoji="0" lang="it-IT" sz="600" i="0" u="none" strike="noStrike" kern="0" cap="none" spc="0" normalizeH="0" baseline="0" noProof="0" dirty="0" err="1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Engineers</a:t>
              </a:r>
              <a: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: Dr. Alex Minetto, Dr. Simone Zocca</a:t>
              </a:r>
              <a:b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</a:br>
              <a: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UI/UX Design: Dr. Alex Minetto, </a:t>
              </a:r>
              <a:r>
                <a:rPr lang="it-IT" sz="600" kern="0" dirty="0">
                  <a:solidFill>
                    <a:schemeClr val="bg1">
                      <a:lumMod val="85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Dr. </a:t>
              </a:r>
              <a: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Simone Zocca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Embedded science tools Development: Eng. Oliviero Vouch, Dr. Andrea Nardin</a:t>
              </a:r>
            </a:p>
          </p:txBody>
        </p: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19C2D897-E2AC-C076-0196-432AA0F22EE2}"/>
                </a:ext>
              </a:extLst>
            </p:cNvPr>
            <p:cNvGrpSpPr/>
            <p:nvPr/>
          </p:nvGrpSpPr>
          <p:grpSpPr>
            <a:xfrm>
              <a:off x="2998822" y="5319840"/>
              <a:ext cx="4737384" cy="511197"/>
              <a:chOff x="-254127" y="8741380"/>
              <a:chExt cx="6977563" cy="752927"/>
            </a:xfrm>
          </p:grpSpPr>
          <p:grpSp>
            <p:nvGrpSpPr>
              <p:cNvPr id="15" name="Gruppo 14">
                <a:extLst>
                  <a:ext uri="{FF2B5EF4-FFF2-40B4-BE49-F238E27FC236}">
                    <a16:creationId xmlns:a16="http://schemas.microsoft.com/office/drawing/2014/main" id="{C7D8C227-2BA5-1CEB-F323-0A41B650D450}"/>
                  </a:ext>
                </a:extLst>
              </p:cNvPr>
              <p:cNvGrpSpPr/>
              <p:nvPr/>
            </p:nvGrpSpPr>
            <p:grpSpPr>
              <a:xfrm>
                <a:off x="-254127" y="8871629"/>
                <a:ext cx="1878441" cy="543947"/>
                <a:chOff x="7283501" y="5426424"/>
                <a:chExt cx="1235207" cy="357683"/>
              </a:xfrm>
            </p:grpSpPr>
            <p:pic>
              <p:nvPicPr>
                <p:cNvPr id="17" name="Immagine 22" descr="Immagine che contiene grafica vettoriale&#10;&#10;Descrizione generata con affidabilità elevata">
                  <a:extLst>
                    <a:ext uri="{FF2B5EF4-FFF2-40B4-BE49-F238E27FC236}">
                      <a16:creationId xmlns:a16="http://schemas.microsoft.com/office/drawing/2014/main" id="{EBF4FE22-B533-67A7-566D-4FF9EB2C32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lum bright="70000" contrast="-70000"/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artisticPhotocopy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3489" y="5441262"/>
                  <a:ext cx="355219" cy="328007"/>
                </a:xfrm>
                <a:prstGeom prst="rect">
                  <a:avLst/>
                </a:prstGeom>
              </p:spPr>
            </p:pic>
            <p:pic>
              <p:nvPicPr>
                <p:cNvPr id="18" name="Picture 7">
                  <a:extLst>
                    <a:ext uri="{FF2B5EF4-FFF2-40B4-BE49-F238E27FC236}">
                      <a16:creationId xmlns:a16="http://schemas.microsoft.com/office/drawing/2014/main" id="{5F79D0F1-4D79-16A2-8813-DE52362093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lum bright="70000" contrast="-70000"/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rcRect l="-1" r="44224"/>
                <a:stretch/>
              </p:blipFill>
              <p:spPr>
                <a:xfrm>
                  <a:off x="7283501" y="5426424"/>
                  <a:ext cx="842427" cy="357683"/>
                </a:xfrm>
                <a:prstGeom prst="rect">
                  <a:avLst/>
                </a:prstGeom>
              </p:spPr>
            </p:pic>
          </p:grpSp>
          <p:pic>
            <p:nvPicPr>
              <p:cNvPr id="16" name="Picture 4" descr="Satellites &amp;amp; Missions - OHB-Italia">
                <a:extLst>
                  <a:ext uri="{FF2B5EF4-FFF2-40B4-BE49-F238E27FC236}">
                    <a16:creationId xmlns:a16="http://schemas.microsoft.com/office/drawing/2014/main" id="{CB3561BC-12E7-8FD0-8BE5-A3E02041FB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7922" y="8741380"/>
                <a:ext cx="915514" cy="7529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8BDBB1FE-E77F-445D-B3F2-778572723F9E}"/>
                </a:ext>
              </a:extLst>
            </p:cNvPr>
            <p:cNvSpPr txBox="1"/>
            <p:nvPr/>
          </p:nvSpPr>
          <p:spPr>
            <a:xfrm>
              <a:off x="3953089" y="1518163"/>
              <a:ext cx="21584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700" b="1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G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NSS </a:t>
              </a:r>
              <a:r>
                <a:rPr lang="it-IT" sz="700" b="1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erformance 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analysis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, </a:t>
              </a:r>
              <a:r>
                <a:rPr lang="it-IT" sz="700" b="1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xperimental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</a:t>
              </a:r>
              <a:r>
                <a:rPr lang="it-IT" sz="700" b="1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ssessment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, and </a:t>
              </a:r>
              <a:r>
                <a:rPr lang="it-IT" sz="700" b="1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eporting 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too</a:t>
              </a:r>
              <a:r>
                <a:rPr lang="it-IT" sz="700" b="1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L</a:t>
              </a:r>
              <a:endParaRPr lang="it-IT" sz="7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E33F76F9-80FB-3991-C575-D03374BF860E}"/>
              </a:ext>
            </a:extLst>
          </p:cNvPr>
          <p:cNvGrpSpPr/>
          <p:nvPr/>
        </p:nvGrpSpPr>
        <p:grpSpPr>
          <a:xfrm>
            <a:off x="1990057" y="1107355"/>
            <a:ext cx="815096" cy="815096"/>
            <a:chOff x="6826572" y="2241943"/>
            <a:chExt cx="1815726" cy="1815726"/>
          </a:xfrm>
        </p:grpSpPr>
        <p:sp>
          <p:nvSpPr>
            <p:cNvPr id="22" name="Figura a mano libera: forma 21">
              <a:extLst>
                <a:ext uri="{FF2B5EF4-FFF2-40B4-BE49-F238E27FC236}">
                  <a16:creationId xmlns:a16="http://schemas.microsoft.com/office/drawing/2014/main" id="{41C59996-8C9F-0856-5E44-2EA97D03DCEC}"/>
                </a:ext>
              </a:extLst>
            </p:cNvPr>
            <p:cNvSpPr/>
            <p:nvPr/>
          </p:nvSpPr>
          <p:spPr>
            <a:xfrm rot="9831127">
              <a:off x="6826572" y="2241943"/>
              <a:ext cx="1815726" cy="1815726"/>
            </a:xfrm>
            <a:custGeom>
              <a:avLst/>
              <a:gdLst>
                <a:gd name="csX0" fmla="*/ 908200 w 1815726"/>
                <a:gd name="csY0" fmla="*/ 1633896 h 1815726"/>
                <a:gd name="csX1" fmla="*/ 1315401 w 1815726"/>
                <a:gd name="csY1" fmla="*/ 1603788 h 1815726"/>
                <a:gd name="csX2" fmla="*/ 1713768 w 1815726"/>
                <a:gd name="csY2" fmla="*/ 699949 h 1815726"/>
                <a:gd name="csX3" fmla="*/ 809930 w 1815726"/>
                <a:gd name="csY3" fmla="*/ 301582 h 1815726"/>
                <a:gd name="csX4" fmla="*/ 411563 w 1815726"/>
                <a:gd name="csY4" fmla="*/ 1205420 h 1815726"/>
                <a:gd name="csX5" fmla="*/ 908200 w 1815726"/>
                <a:gd name="csY5" fmla="*/ 1633896 h 1815726"/>
                <a:gd name="csX6" fmla="*/ 637892 w 1815726"/>
                <a:gd name="csY6" fmla="*/ 1774910 h 1815726"/>
                <a:gd name="csX7" fmla="*/ 0 w 1815726"/>
                <a:gd name="csY7" fmla="*/ 907863 h 1815726"/>
                <a:gd name="csX8" fmla="*/ 907863 w 1815726"/>
                <a:gd name="csY8" fmla="*/ 0 h 1815726"/>
                <a:gd name="csX9" fmla="*/ 1815726 w 1815726"/>
                <a:gd name="csY9" fmla="*/ 907863 h 1815726"/>
                <a:gd name="csX10" fmla="*/ 907863 w 1815726"/>
                <a:gd name="csY10" fmla="*/ 1815726 h 1815726"/>
                <a:gd name="csX11" fmla="*/ 637892 w 1815726"/>
                <a:gd name="csY11" fmla="*/ 1774910 h 18157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15726" h="1815726">
                  <a:moveTo>
                    <a:pt x="908200" y="1633896"/>
                  </a:moveTo>
                  <a:cubicBezTo>
                    <a:pt x="1039368" y="1663764"/>
                    <a:pt x="1180553" y="1656131"/>
                    <a:pt x="1315401" y="1603788"/>
                  </a:cubicBezTo>
                  <a:cubicBezTo>
                    <a:pt x="1674995" y="1464206"/>
                    <a:pt x="1853350" y="1059543"/>
                    <a:pt x="1713768" y="699949"/>
                  </a:cubicBezTo>
                  <a:cubicBezTo>
                    <a:pt x="1574187" y="340356"/>
                    <a:pt x="1169524" y="162000"/>
                    <a:pt x="809930" y="301582"/>
                  </a:cubicBezTo>
                  <a:cubicBezTo>
                    <a:pt x="450336" y="441164"/>
                    <a:pt x="271981" y="845826"/>
                    <a:pt x="411563" y="1205420"/>
                  </a:cubicBezTo>
                  <a:cubicBezTo>
                    <a:pt x="498801" y="1430166"/>
                    <a:pt x="689587" y="1584116"/>
                    <a:pt x="908200" y="1633896"/>
                  </a:cubicBezTo>
                  <a:close/>
                  <a:moveTo>
                    <a:pt x="637892" y="1774910"/>
                  </a:moveTo>
                  <a:cubicBezTo>
                    <a:pt x="268330" y="1659964"/>
                    <a:pt x="0" y="1315250"/>
                    <a:pt x="0" y="907863"/>
                  </a:cubicBezTo>
                  <a:cubicBezTo>
                    <a:pt x="0" y="406464"/>
                    <a:pt x="406464" y="0"/>
                    <a:pt x="907863" y="0"/>
                  </a:cubicBezTo>
                  <a:cubicBezTo>
                    <a:pt x="1409262" y="0"/>
                    <a:pt x="1815726" y="406464"/>
                    <a:pt x="1815726" y="907863"/>
                  </a:cubicBezTo>
                  <a:cubicBezTo>
                    <a:pt x="1815726" y="1409262"/>
                    <a:pt x="1409262" y="1815726"/>
                    <a:pt x="907863" y="1815726"/>
                  </a:cubicBezTo>
                  <a:cubicBezTo>
                    <a:pt x="813851" y="1815726"/>
                    <a:pt x="723176" y="1801436"/>
                    <a:pt x="637892" y="1774910"/>
                  </a:cubicBezTo>
                  <a:close/>
                </a:path>
              </a:pathLst>
            </a:custGeom>
            <a:solidFill>
              <a:schemeClr val="bg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9C07AB00-FB89-D577-FF53-2D68EF90885B}"/>
                </a:ext>
              </a:extLst>
            </p:cNvPr>
            <p:cNvSpPr txBox="1"/>
            <p:nvPr/>
          </p:nvSpPr>
          <p:spPr>
            <a:xfrm>
              <a:off x="7277236" y="2292789"/>
              <a:ext cx="914401" cy="17140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4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0B0004020202020204" pitchFamily="34" charset="0"/>
                  <a:cs typeface="Helvetica" panose="020B0604020202020204" pitchFamily="34" charset="0"/>
                </a:rPr>
                <a:t>G</a:t>
              </a:r>
            </a:p>
          </p:txBody>
        </p:sp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7E3642E5-16F9-E797-14A8-A26FE092E245}"/>
                </a:ext>
              </a:extLst>
            </p:cNvPr>
            <p:cNvSpPr/>
            <p:nvPr/>
          </p:nvSpPr>
          <p:spPr>
            <a:xfrm rot="9831127">
              <a:off x="6971423" y="2996450"/>
              <a:ext cx="306713" cy="306713"/>
            </a:xfrm>
            <a:prstGeom prst="ellipse">
              <a:avLst/>
            </a:prstGeom>
            <a:solidFill>
              <a:srgbClr val="FFC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25" name="Immagine 24" descr="Immagine che contiene testo, Carattere, log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E3971B77-7846-C738-861D-F46F8369573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25" y="5160919"/>
            <a:ext cx="1510010" cy="691238"/>
          </a:xfrm>
          <a:prstGeom prst="rect">
            <a:avLst/>
          </a:prstGeom>
          <a:noFill/>
        </p:spPr>
      </p:pic>
      <p:pic>
        <p:nvPicPr>
          <p:cNvPr id="38" name="Immagine 37" descr="Logo_Blu_Trasparente – CNIT – Consorzio Nazionale Interuniversitario per le  Telecomunicazioni">
            <a:extLst>
              <a:ext uri="{FF2B5EF4-FFF2-40B4-BE49-F238E27FC236}">
                <a16:creationId xmlns:a16="http://schemas.microsoft.com/office/drawing/2014/main" id="{3C9A7402-EEFD-0E21-1A06-42A5D4E93DF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860" y="5337155"/>
            <a:ext cx="1234253" cy="37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1742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BA28-59B8-9D89-70D7-B52374E7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6F660110-ED18-8EFE-FAE9-7E7B59B1BA55}"/>
              </a:ext>
            </a:extLst>
          </p:cNvPr>
          <p:cNvGrpSpPr/>
          <p:nvPr/>
        </p:nvGrpSpPr>
        <p:grpSpPr>
          <a:xfrm>
            <a:off x="1512241" y="801905"/>
            <a:ext cx="6718191" cy="5082889"/>
            <a:chOff x="1512241" y="801905"/>
            <a:chExt cx="6718191" cy="5082889"/>
          </a:xfrm>
        </p:grpSpPr>
        <p:pic>
          <p:nvPicPr>
            <p:cNvPr id="8" name="Immagine 7" descr="Immagine che contiene testo, schermata, software, numero&#10;&#10;Il contenuto generato dall'IA potrebbe non essere corretto.">
              <a:extLst>
                <a:ext uri="{FF2B5EF4-FFF2-40B4-BE49-F238E27FC236}">
                  <a16:creationId xmlns:a16="http://schemas.microsoft.com/office/drawing/2014/main" id="{7ADADFAC-86D0-B018-EBC0-834C39D19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2241" y="801905"/>
              <a:ext cx="6718191" cy="5082889"/>
            </a:xfrm>
            <a:prstGeom prst="rect">
              <a:avLst/>
            </a:prstGeom>
          </p:spPr>
        </p:pic>
        <p:pic>
          <p:nvPicPr>
            <p:cNvPr id="12" name="Immagine 11" descr="Immagine che contiene testo, schermata, Oggetto astronomico, pianeta&#10;&#10;Il contenuto generato dall'IA potrebbe non essere corretto.">
              <a:extLst>
                <a:ext uri="{FF2B5EF4-FFF2-40B4-BE49-F238E27FC236}">
                  <a16:creationId xmlns:a16="http://schemas.microsoft.com/office/drawing/2014/main" id="{72CFC336-21E2-F622-7824-C4D61077D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72"/>
            <a:stretch>
              <a:fillRect/>
            </a:stretch>
          </p:blipFill>
          <p:spPr>
            <a:xfrm>
              <a:off x="5024966" y="2019482"/>
              <a:ext cx="3049359" cy="2992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589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o 19">
            <a:extLst>
              <a:ext uri="{FF2B5EF4-FFF2-40B4-BE49-F238E27FC236}">
                <a16:creationId xmlns:a16="http://schemas.microsoft.com/office/drawing/2014/main" id="{268B1B2A-DB06-D8CF-45B4-DCFBF3680BA7}"/>
              </a:ext>
            </a:extLst>
          </p:cNvPr>
          <p:cNvGrpSpPr/>
          <p:nvPr/>
        </p:nvGrpSpPr>
        <p:grpSpPr>
          <a:xfrm>
            <a:off x="5624423" y="-1566828"/>
            <a:ext cx="4069809" cy="10663527"/>
            <a:chOff x="5624423" y="-1566828"/>
            <a:chExt cx="4069809" cy="10663527"/>
          </a:xfrm>
        </p:grpSpPr>
        <p:pic>
          <p:nvPicPr>
            <p:cNvPr id="16" name="Picture 2" descr="4582625 space art, simple background, Moon, space, black background,  artwork, minimalism - Rare Gallery HD Wallpapers">
              <a:extLst>
                <a:ext uri="{FF2B5EF4-FFF2-40B4-BE49-F238E27FC236}">
                  <a16:creationId xmlns:a16="http://schemas.microsoft.com/office/drawing/2014/main" id="{F221CC40-A7D6-CD59-BBBA-F49A675AA5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63" t="38286" r="53486" b="18155"/>
            <a:stretch/>
          </p:blipFill>
          <p:spPr bwMode="auto">
            <a:xfrm>
              <a:off x="5624423" y="-1566828"/>
              <a:ext cx="4069809" cy="10663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1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F7E227A7-97AE-CA9E-B21A-3AD3E355F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2034" y="-1227549"/>
              <a:ext cx="3214586" cy="3539428"/>
            </a:xfrm>
            <a:prstGeom prst="rect">
              <a:avLst/>
            </a:prstGeom>
          </p:spPr>
        </p:pic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0EA07DFE-5627-0ADE-99C7-161DB6CCCF32}"/>
              </a:ext>
            </a:extLst>
          </p:cNvPr>
          <p:cNvGrpSpPr/>
          <p:nvPr/>
        </p:nvGrpSpPr>
        <p:grpSpPr>
          <a:xfrm>
            <a:off x="687235" y="-1566828"/>
            <a:ext cx="4069812" cy="10663527"/>
            <a:chOff x="687235" y="-1566828"/>
            <a:chExt cx="4069812" cy="10663527"/>
          </a:xfrm>
        </p:grpSpPr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2E2552D4-F6D4-B9C8-9502-BB0FFAFCA934}"/>
                </a:ext>
              </a:extLst>
            </p:cNvPr>
            <p:cNvGrpSpPr/>
            <p:nvPr/>
          </p:nvGrpSpPr>
          <p:grpSpPr>
            <a:xfrm>
              <a:off x="687238" y="-1566828"/>
              <a:ext cx="4069809" cy="10663527"/>
              <a:chOff x="5624423" y="-1566828"/>
              <a:chExt cx="4069809" cy="10663527"/>
            </a:xfrm>
          </p:grpSpPr>
          <p:pic>
            <p:nvPicPr>
              <p:cNvPr id="3" name="Picture 2" descr="4582625 space art, simple background, Moon, space, black background,  artwork, minimalism - Rare Gallery HD Wallpapers">
                <a:extLst>
                  <a:ext uri="{FF2B5EF4-FFF2-40B4-BE49-F238E27FC236}">
                    <a16:creationId xmlns:a16="http://schemas.microsoft.com/office/drawing/2014/main" id="{7A7B7772-EFAB-72BD-C356-AF267CFE34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163" t="38286" r="53486" b="18155"/>
              <a:stretch/>
            </p:blipFill>
            <p:spPr bwMode="auto">
              <a:xfrm>
                <a:off x="5624423" y="-1566828"/>
                <a:ext cx="4069809" cy="106635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Picture 11" descr="A picture containing chart&#10;&#10;Description automatically generated">
                <a:extLst>
                  <a:ext uri="{FF2B5EF4-FFF2-40B4-BE49-F238E27FC236}">
                    <a16:creationId xmlns:a16="http://schemas.microsoft.com/office/drawing/2014/main" id="{73A484B9-7FA2-B023-339B-4C77273EEC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52034" y="-1227549"/>
                <a:ext cx="3214586" cy="3539428"/>
              </a:xfrm>
              <a:prstGeom prst="rect">
                <a:avLst/>
              </a:prstGeom>
            </p:spPr>
          </p:pic>
        </p:grpSp>
        <p:pic>
          <p:nvPicPr>
            <p:cNvPr id="5" name="Immagine 4" descr="Immagine che contiene Oggetto astronomico, luna, spazio, Spazio esterno&#10;&#10;Il contenuto generato dall'IA potrebbe non essere corretto.">
              <a:extLst>
                <a:ext uri="{FF2B5EF4-FFF2-40B4-BE49-F238E27FC236}">
                  <a16:creationId xmlns:a16="http://schemas.microsoft.com/office/drawing/2014/main" id="{8496D39F-63C6-8F8B-9404-E74A1E046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" t="10047" r="2" b="52133"/>
            <a:stretch>
              <a:fillRect/>
            </a:stretch>
          </p:blipFill>
          <p:spPr>
            <a:xfrm rot="5400000">
              <a:off x="-2609471" y="1729879"/>
              <a:ext cx="10663221" cy="4069810"/>
            </a:xfrm>
            <a:prstGeom prst="rect">
              <a:avLst/>
            </a:prstGeom>
          </p:spPr>
        </p:pic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29A79BF8-5B10-064B-E454-CE32EE537CE2}"/>
                </a:ext>
              </a:extLst>
            </p:cNvPr>
            <p:cNvGrpSpPr/>
            <p:nvPr/>
          </p:nvGrpSpPr>
          <p:grpSpPr>
            <a:xfrm>
              <a:off x="994896" y="-1298214"/>
              <a:ext cx="1111410" cy="1111410"/>
              <a:chOff x="6826572" y="2241943"/>
              <a:chExt cx="1815726" cy="1815726"/>
            </a:xfrm>
          </p:grpSpPr>
          <p:sp>
            <p:nvSpPr>
              <p:cNvPr id="10" name="Figura a mano libera: forma 9">
                <a:extLst>
                  <a:ext uri="{FF2B5EF4-FFF2-40B4-BE49-F238E27FC236}">
                    <a16:creationId xmlns:a16="http://schemas.microsoft.com/office/drawing/2014/main" id="{E6D71F02-7804-70D4-FC71-59F6627EACE7}"/>
                  </a:ext>
                </a:extLst>
              </p:cNvPr>
              <p:cNvSpPr/>
              <p:nvPr/>
            </p:nvSpPr>
            <p:spPr>
              <a:xfrm rot="9831127">
                <a:off x="6826572" y="2241943"/>
                <a:ext cx="1815726" cy="1815726"/>
              </a:xfrm>
              <a:custGeom>
                <a:avLst/>
                <a:gdLst>
                  <a:gd name="csX0" fmla="*/ 908200 w 1815726"/>
                  <a:gd name="csY0" fmla="*/ 1633896 h 1815726"/>
                  <a:gd name="csX1" fmla="*/ 1315401 w 1815726"/>
                  <a:gd name="csY1" fmla="*/ 1603788 h 1815726"/>
                  <a:gd name="csX2" fmla="*/ 1713768 w 1815726"/>
                  <a:gd name="csY2" fmla="*/ 699949 h 1815726"/>
                  <a:gd name="csX3" fmla="*/ 809930 w 1815726"/>
                  <a:gd name="csY3" fmla="*/ 301582 h 1815726"/>
                  <a:gd name="csX4" fmla="*/ 411563 w 1815726"/>
                  <a:gd name="csY4" fmla="*/ 1205420 h 1815726"/>
                  <a:gd name="csX5" fmla="*/ 908200 w 1815726"/>
                  <a:gd name="csY5" fmla="*/ 1633896 h 1815726"/>
                  <a:gd name="csX6" fmla="*/ 637892 w 1815726"/>
                  <a:gd name="csY6" fmla="*/ 1774910 h 1815726"/>
                  <a:gd name="csX7" fmla="*/ 0 w 1815726"/>
                  <a:gd name="csY7" fmla="*/ 907863 h 1815726"/>
                  <a:gd name="csX8" fmla="*/ 907863 w 1815726"/>
                  <a:gd name="csY8" fmla="*/ 0 h 1815726"/>
                  <a:gd name="csX9" fmla="*/ 1815726 w 1815726"/>
                  <a:gd name="csY9" fmla="*/ 907863 h 1815726"/>
                  <a:gd name="csX10" fmla="*/ 907863 w 1815726"/>
                  <a:gd name="csY10" fmla="*/ 1815726 h 1815726"/>
                  <a:gd name="csX11" fmla="*/ 637892 w 1815726"/>
                  <a:gd name="csY11" fmla="*/ 1774910 h 18157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15726" h="1815726">
                    <a:moveTo>
                      <a:pt x="908200" y="1633896"/>
                    </a:moveTo>
                    <a:cubicBezTo>
                      <a:pt x="1039368" y="1663764"/>
                      <a:pt x="1180553" y="1656131"/>
                      <a:pt x="1315401" y="1603788"/>
                    </a:cubicBezTo>
                    <a:cubicBezTo>
                      <a:pt x="1674995" y="1464206"/>
                      <a:pt x="1853350" y="1059543"/>
                      <a:pt x="1713768" y="699949"/>
                    </a:cubicBezTo>
                    <a:cubicBezTo>
                      <a:pt x="1574187" y="340356"/>
                      <a:pt x="1169524" y="162000"/>
                      <a:pt x="809930" y="301582"/>
                    </a:cubicBezTo>
                    <a:cubicBezTo>
                      <a:pt x="450336" y="441164"/>
                      <a:pt x="271981" y="845826"/>
                      <a:pt x="411563" y="1205420"/>
                    </a:cubicBezTo>
                    <a:cubicBezTo>
                      <a:pt x="498801" y="1430166"/>
                      <a:pt x="689587" y="1584116"/>
                      <a:pt x="908200" y="1633896"/>
                    </a:cubicBezTo>
                    <a:close/>
                    <a:moveTo>
                      <a:pt x="637892" y="1774910"/>
                    </a:moveTo>
                    <a:cubicBezTo>
                      <a:pt x="268330" y="1659964"/>
                      <a:pt x="0" y="1315250"/>
                      <a:pt x="0" y="907863"/>
                    </a:cubicBezTo>
                    <a:cubicBezTo>
                      <a:pt x="0" y="406464"/>
                      <a:pt x="406464" y="0"/>
                      <a:pt x="907863" y="0"/>
                    </a:cubicBezTo>
                    <a:cubicBezTo>
                      <a:pt x="1409262" y="0"/>
                      <a:pt x="1815726" y="406464"/>
                      <a:pt x="1815726" y="907863"/>
                    </a:cubicBezTo>
                    <a:cubicBezTo>
                      <a:pt x="1815726" y="1409262"/>
                      <a:pt x="1409262" y="1815726"/>
                      <a:pt x="907863" y="1815726"/>
                    </a:cubicBezTo>
                    <a:cubicBezTo>
                      <a:pt x="813851" y="1815726"/>
                      <a:pt x="723176" y="1801436"/>
                      <a:pt x="637892" y="177491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F6F7E7A2-2580-257B-A985-1025F37FB7BF}"/>
                  </a:ext>
                </a:extLst>
              </p:cNvPr>
              <p:cNvSpPr txBox="1"/>
              <p:nvPr/>
            </p:nvSpPr>
            <p:spPr>
              <a:xfrm>
                <a:off x="7277235" y="2395573"/>
                <a:ext cx="914401" cy="15084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5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ptos" panose="020B0004020202020204" pitchFamily="34" charset="0"/>
                    <a:cs typeface="Helvetica" panose="020B0604020202020204" pitchFamily="34" charset="0"/>
                  </a:rPr>
                  <a:t>G</a:t>
                </a:r>
              </a:p>
            </p:txBody>
          </p:sp>
          <p:sp>
            <p:nvSpPr>
              <p:cNvPr id="12" name="Ovale 11">
                <a:extLst>
                  <a:ext uri="{FF2B5EF4-FFF2-40B4-BE49-F238E27FC236}">
                    <a16:creationId xmlns:a16="http://schemas.microsoft.com/office/drawing/2014/main" id="{3CA46A22-4E7E-1345-8C81-65C9B93CDBB6}"/>
                  </a:ext>
                </a:extLst>
              </p:cNvPr>
              <p:cNvSpPr/>
              <p:nvPr/>
            </p:nvSpPr>
            <p:spPr>
              <a:xfrm rot="9831127">
                <a:off x="6971423" y="2996450"/>
                <a:ext cx="306713" cy="306713"/>
              </a:xfrm>
              <a:prstGeom prst="ellipse">
                <a:avLst/>
              </a:prstGeom>
              <a:solidFill>
                <a:srgbClr val="FFC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AA3C2E8E-BF84-BEA3-34D1-6FCF357F7EC3}"/>
                </a:ext>
              </a:extLst>
            </p:cNvPr>
            <p:cNvSpPr txBox="1"/>
            <p:nvPr/>
          </p:nvSpPr>
          <p:spPr>
            <a:xfrm>
              <a:off x="1522519" y="-1227853"/>
              <a:ext cx="3059497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     </a:t>
              </a: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G</a:t>
              </a: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-PEARL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v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cs typeface="Helvetica" panose="020B0604020202020204" pitchFamily="34" charset="0"/>
                </a:rPr>
                <a:t>1.0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0754A90D-320F-2C3C-83F3-BA79F0D11A96}"/>
                </a:ext>
              </a:extLst>
            </p:cNvPr>
            <p:cNvSpPr txBox="1"/>
            <p:nvPr/>
          </p:nvSpPr>
          <p:spPr>
            <a:xfrm>
              <a:off x="2120822" y="-742509"/>
              <a:ext cx="2161744" cy="295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700" b="1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G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NSS </a:t>
              </a:r>
              <a:r>
                <a:rPr lang="it-IT" sz="700" b="1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erformance 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analysis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, </a:t>
              </a:r>
              <a:r>
                <a:rPr lang="it-IT" sz="700" b="1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xperimental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</a:t>
              </a:r>
              <a:r>
                <a:rPr lang="it-IT" sz="700" b="1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ssessment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, and </a:t>
              </a:r>
              <a:r>
                <a:rPr lang="it-IT" sz="700" b="1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</a:t>
              </a:r>
              <a:r>
                <a:rPr lang="it-IT" sz="7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eporting </a:t>
              </a:r>
              <a:r>
                <a:rPr lang="it-IT" sz="700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too</a:t>
              </a:r>
              <a:r>
                <a:rPr lang="it-IT" sz="700" b="1" dirty="0" err="1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L</a:t>
              </a:r>
              <a:endParaRPr lang="it-IT" sz="7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F5EE6D43-DCB8-86AB-CB85-A9BFB06CBA5F}"/>
                </a:ext>
              </a:extLst>
            </p:cNvPr>
            <p:cNvGrpSpPr/>
            <p:nvPr/>
          </p:nvGrpSpPr>
          <p:grpSpPr>
            <a:xfrm>
              <a:off x="1694664" y="8243048"/>
              <a:ext cx="2177313" cy="603578"/>
              <a:chOff x="1378310" y="8263948"/>
              <a:chExt cx="1277277" cy="354077"/>
            </a:xfrm>
          </p:grpSpPr>
          <p:pic>
            <p:nvPicPr>
              <p:cNvPr id="15" name="Immagine 22" descr="Immagine che contiene grafica vettoriale&#10;&#10;Descrizione generata con affidabilità elevata">
                <a:extLst>
                  <a:ext uri="{FF2B5EF4-FFF2-40B4-BE49-F238E27FC236}">
                    <a16:creationId xmlns:a16="http://schemas.microsoft.com/office/drawing/2014/main" id="{68DDF6C3-72E9-5C5B-764F-9A0E9CF15B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8270" y="8278636"/>
                <a:ext cx="367317" cy="324700"/>
              </a:xfrm>
              <a:prstGeom prst="rect">
                <a:avLst/>
              </a:prstGeom>
            </p:spPr>
          </p:pic>
          <p:pic>
            <p:nvPicPr>
              <p:cNvPr id="17" name="Picture 7">
                <a:extLst>
                  <a:ext uri="{FF2B5EF4-FFF2-40B4-BE49-F238E27FC236}">
                    <a16:creationId xmlns:a16="http://schemas.microsoft.com/office/drawing/2014/main" id="{60079E10-6026-894B-1AF6-5F9A78AEFC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rcRect l="-1" r="44224"/>
              <a:stretch/>
            </p:blipFill>
            <p:spPr>
              <a:xfrm>
                <a:off x="1378310" y="8263948"/>
                <a:ext cx="871119" cy="35407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031825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0" baseType="lpstr">
      <vt:lpstr>Aptos</vt:lpstr>
      <vt:lpstr>Arial</vt:lpstr>
      <vt:lpstr>Arial Black</vt:lpstr>
      <vt:lpstr>Calibri</vt:lpstr>
      <vt:lpstr>Calibri Light</vt:lpstr>
      <vt:lpstr>Helvetica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Alex  Minetto</dc:creator>
  <cp:lastModifiedBy>Alex  Minetto</cp:lastModifiedBy>
  <cp:revision>2</cp:revision>
  <dcterms:created xsi:type="dcterms:W3CDTF">2023-03-13T19:22:31Z</dcterms:created>
  <dcterms:modified xsi:type="dcterms:W3CDTF">2026-03-04T16:22:56Z</dcterms:modified>
</cp:coreProperties>
</file>